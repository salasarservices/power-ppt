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tra Ganguly" userId="72fcebb6-f1ee-47db-a96b-cd0f3d36f40e" providerId="ADAL" clId="{5D8154B8-0360-4A62-8DC1-3E4F3BFCF6BC}"/>
    <pc:docChg chg="undo custSel addSld delSld modSld">
      <pc:chgData name="Aritra Ganguly" userId="72fcebb6-f1ee-47db-a96b-cd0f3d36f40e" providerId="ADAL" clId="{5D8154B8-0360-4A62-8DC1-3E4F3BFCF6BC}" dt="2026-09-09T08:11:13.284" v="23" actId="47"/>
      <pc:docMkLst>
        <pc:docMk/>
      </pc:docMkLst>
      <pc:sldChg chg="delSp new del mod">
        <pc:chgData name="Aritra Ganguly" userId="72fcebb6-f1ee-47db-a96b-cd0f3d36f40e" providerId="ADAL" clId="{5D8154B8-0360-4A62-8DC1-3E4F3BFCF6BC}" dt="2026-09-09T08:11:10.847" v="21" actId="47"/>
        <pc:sldMkLst>
          <pc:docMk/>
          <pc:sldMk cId="3943146224" sldId="256"/>
        </pc:sldMkLst>
      </pc:sldChg>
      <pc:sldChg chg="add del">
        <pc:chgData name="Aritra Ganguly" userId="72fcebb6-f1ee-47db-a96b-cd0f3d36f40e" providerId="ADAL" clId="{5D8154B8-0360-4A62-8DC1-3E4F3BFCF6BC}" dt="2026-09-09T08:11:13.284" v="23" actId="47"/>
        <pc:sldMkLst>
          <pc:docMk/>
          <pc:sldMk cId="1567648303" sldId="258"/>
        </pc:sldMkLst>
      </pc:sldChg>
      <pc:sldChg chg="add del">
        <pc:chgData name="Aritra Ganguly" userId="72fcebb6-f1ee-47db-a96b-cd0f3d36f40e" providerId="ADAL" clId="{5D8154B8-0360-4A62-8DC1-3E4F3BFCF6BC}" dt="2026-09-09T08:11:12.415" v="22" actId="47"/>
        <pc:sldMkLst>
          <pc:docMk/>
          <pc:sldMk cId="793621202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B1DD-824C-0114-049B-42067FB0A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6AF53-5F6D-AF65-57DF-9E9C0FF2D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48365-A16D-9767-64D0-966F32CE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270C1-F4CF-7EBB-8134-E1D53F9AD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EB17-1F27-E3F9-B9E0-C9A057EA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84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7483-ADA3-92A5-B5B6-EFABBC64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E543-ED34-9CCC-16AD-19F680B99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B446-27FE-E79A-AC46-A2836514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1BAA-D58C-CF62-73F6-F85466EC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A394-72AB-38AD-C41F-F0200ED1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2643-F82E-E40B-D5E5-8F05E8986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BCE92-BAB8-8B27-3B1C-5ABC9FE3A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2AAA-95BF-1515-36C7-AC5FEF70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CC8B0-5FCD-AC26-D5B5-593E4374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AFE40-8A7D-C90B-633E-91E090AB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80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D0E5-3CFA-6C49-FC0F-5F3DFB7A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525F4-BED8-3124-C3F7-A96181672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A35C7-DCD7-F524-C409-AB9773332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448FD-C6C2-609C-287B-150FA7D3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20A92-DF98-26FF-A729-80DD6C46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E3627-0EB0-908A-8EB3-29243CCD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21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D666-A56F-E22C-1C1A-481D282F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669AB-A918-EB3C-F27D-672F9FC3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EAD56-8401-92A5-E067-A8ED2A62D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ADB49-6321-4215-7402-04A41D5B6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901A6-52C0-4F16-5BFB-EE6527F35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609A8-505D-6F66-8E98-62F29078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550F6-4761-6C58-26CA-F3B10B5A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33E9F-52B3-DEEC-43A3-9C319B51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4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9F87-D2F2-AFE7-3FC5-CD65F794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1CA89-092E-88B1-263C-51ED0798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B47BE-7DB0-7CB3-F350-8DC363D0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634AE-7EBC-39A3-21ED-108C433C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00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DBAA7-4FBD-921D-72F1-6451DA07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B0AF3-A392-CCDA-4217-E8F84B9D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54D5-0322-43E3-9893-804EFF7B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77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5326-8027-F584-D27F-86D1047F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73A98-83FB-EB07-2CE1-7E2442C69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53C48-92BB-79B5-42CB-322B99C5A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A8785-5597-0150-EA0C-0AFD3653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9BC1D-6650-942D-E1B0-0FB22DE7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E2A61-12DD-C926-D54B-2764C1B0B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77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8EAA-9290-675F-761C-45B6072B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33EB5-51AB-A049-3ECF-E6BC1AFAF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F9D20-DB95-AEAB-6208-DD75E718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436EB-5B8A-A5E3-C884-F937EBAF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281B3-96A4-F245-E87A-240A4EAC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ABE49-8750-9659-CAA4-8616F58E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1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055B-BD02-678D-150F-D71A1869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27DEB-72F6-724F-88D5-C793258B5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DB929-9DBD-F284-9573-CD6D430B3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1AC2-B26D-9EBA-06F3-A76E01BD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C8B42-47BE-6F2C-86DA-C12EE0E6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9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7F172-94E1-FD64-05C0-795B66C33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C4995-FE54-1CC9-1492-F46F39BE8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7F994-857B-F08F-9845-B29EA5DD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0022-13E7-7A94-1CE0-80951ADB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8E78-05A2-6456-37F3-D99B883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8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682FF-50B6-6660-8D3B-A575D39D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72E52-6B4B-501D-80A1-6D8FE62D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2F170-99F2-1719-58C9-AE4BBECD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9ADA94-73D5-40C2-A301-59C68F5A4AC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3CDE3-4D46-129E-542B-C878A6E17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69EB6-4C65-E4DB-D1E9-4A01DE795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B4EAD-3FE2-4FD0-8AA6-A81097C9C4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95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19596-146F-9523-F420-5227B958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888E9D3-D7C2-C637-E937-2E515BEB9E4C}"/>
              </a:ext>
            </a:extLst>
          </p:cNvPr>
          <p:cNvGrpSpPr/>
          <p:nvPr/>
        </p:nvGrpSpPr>
        <p:grpSpPr>
          <a:xfrm>
            <a:off x="0" y="-259361"/>
            <a:ext cx="12192000" cy="7117361"/>
            <a:chOff x="0" y="-259361"/>
            <a:chExt cx="12192000" cy="71173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ED4547-E243-B251-4FAC-4181DC8A6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9BD537-A552-2A4D-CD86-B69168B76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3423" y="-259361"/>
              <a:ext cx="2402788" cy="16999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6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83AF-5CCE-458F-54AE-F4F21B7C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E8EFE62-9382-532E-9EAD-2F3558BA57BC}"/>
              </a:ext>
            </a:extLst>
          </p:cNvPr>
          <p:cNvGrpSpPr/>
          <p:nvPr/>
        </p:nvGrpSpPr>
        <p:grpSpPr>
          <a:xfrm>
            <a:off x="0" y="-259361"/>
            <a:ext cx="12192000" cy="7117361"/>
            <a:chOff x="0" y="-259361"/>
            <a:chExt cx="12192000" cy="71173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6343D9-7880-4BF6-BF24-9F8FD87A7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B4F02E-0B84-CC8B-7291-8F3A79B30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3423" y="-259361"/>
              <a:ext cx="2402788" cy="16999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775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Aritra Ganguly</dc:creator>
  <cp:lastModifiedBy>Aritra Ganguly</cp:lastModifiedBy>
  <cp:revision>1</cp:revision>
  <dcterms:created xsi:type="dcterms:W3CDTF">2026-08-04T06:07:10Z</dcterms:created>
  <dcterms:modified xsi:type="dcterms:W3CDTF">2026-09-09T08:11:15Z</dcterms:modified>
</cp:coreProperties>
</file>